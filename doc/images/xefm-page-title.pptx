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84"/>
  </p:normalViewPr>
  <p:slideViewPr>
    <p:cSldViewPr snapToGrid="0" snapToObjects="1">
      <p:cViewPr>
        <p:scale>
          <a:sx n="153" d="100"/>
          <a:sy n="153" d="100"/>
        </p:scale>
        <p:origin x="-232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457200" y="244393"/>
            <a:ext cx="64008" cy="365760"/>
          </a:xfrm>
          <a:prstGeom prst="roundRect">
            <a:avLst/>
          </a:prstGeom>
          <a:solidFill>
            <a:srgbClr val="6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229431"/>
            <a:ext cx="4139595" cy="38472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00" b="1" dirty="0">
                <a:latin typeface="Helvetica Neue"/>
              </a:rPr>
              <a:t>Runs everywhere you work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242" y="809375"/>
            <a:ext cx="3244541" cy="2050506"/>
          </a:xfrm>
          <a:prstGeom prst="rect">
            <a:avLst/>
          </a:prstGeom>
          <a:effectLst/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565" y="820465"/>
            <a:ext cx="3016546" cy="1956816"/>
          </a:xfrm>
          <a:prstGeom prst="rect">
            <a:avLst/>
          </a:prstGeom>
          <a:effectLst/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825" y="809375"/>
            <a:ext cx="2745704" cy="2031914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8354014" y="2841289"/>
            <a:ext cx="1384995" cy="3770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Helvetica Neue"/>
              </a:rPr>
              <a:t>Terminal</a:t>
            </a:r>
          </a:p>
          <a:p>
            <a:pPr algn="ctr"/>
            <a:r>
              <a:rPr sz="1050" b="0" dirty="0">
                <a:latin typeface="Helvetica Neue"/>
              </a:rPr>
              <a:t>SSH to Linux &amp;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7757" y="2841289"/>
            <a:ext cx="1154162" cy="3770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>
                <a:latin typeface="Helvetica Neue"/>
              </a:rPr>
              <a:t>macOS</a:t>
            </a:r>
          </a:p>
          <a:p>
            <a:pPr algn="ctr"/>
            <a:r>
              <a:rPr sz="1050" b="0">
                <a:latin typeface="Helvetica Neue"/>
              </a:rPr>
              <a:t>native desktop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618" y="2841289"/>
            <a:ext cx="1154162" cy="37702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Helvetica Neue"/>
              </a:rPr>
              <a:t>Windows</a:t>
            </a:r>
          </a:p>
          <a:p>
            <a:pPr algn="ctr"/>
            <a:r>
              <a:rPr sz="1050" b="0" dirty="0">
                <a:latin typeface="Helvetica Neue"/>
              </a:rPr>
              <a:t>native desktop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46704"/>
            <a:ext cx="64008" cy="310896"/>
          </a:xfrm>
          <a:prstGeom prst="roundRect">
            <a:avLst/>
          </a:prstGeom>
          <a:solidFill>
            <a:srgbClr val="6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" y="3381618"/>
            <a:ext cx="3860480" cy="2923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900" b="1" dirty="0">
                <a:latin typeface="Helvetica Neue"/>
              </a:rPr>
              <a:t>B</a:t>
            </a:r>
            <a:r>
              <a:rPr sz="1900" b="1" dirty="0">
                <a:latin typeface="Helvetica Neue"/>
              </a:rPr>
              <a:t>uilt-in themes</a:t>
            </a:r>
            <a:r>
              <a:rPr lang="en-US" sz="1900" b="1" dirty="0">
                <a:latin typeface="Helvetica Neue"/>
              </a:rPr>
              <a:t> and visual effects</a:t>
            </a:r>
            <a:endParaRPr sz="1900" b="1" dirty="0">
              <a:latin typeface="Helvetica Neue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94" y="3785615"/>
            <a:ext cx="1550561" cy="1005840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1207820" y="4837176"/>
            <a:ext cx="378309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Cyber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1896" y="3785615"/>
            <a:ext cx="1549254" cy="1005840"/>
          </a:xfrm>
          <a:prstGeom prst="rect">
            <a:avLst/>
          </a:prstGeom>
          <a:effectLst/>
        </p:spPr>
      </p:pic>
      <p:sp>
        <p:nvSpPr>
          <p:cNvPr id="19" name="TextBox 18"/>
          <p:cNvSpPr txBox="1"/>
          <p:nvPr/>
        </p:nvSpPr>
        <p:spPr>
          <a:xfrm>
            <a:off x="2970350" y="4837176"/>
            <a:ext cx="612347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Phosphor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0792" y="3785615"/>
            <a:ext cx="1550561" cy="1005840"/>
          </a:xfrm>
          <a:prstGeom prst="rect">
            <a:avLst/>
          </a:prstGeom>
          <a:effectLst/>
        </p:spPr>
      </p:pic>
      <p:sp>
        <p:nvSpPr>
          <p:cNvPr id="21" name="TextBox 20"/>
          <p:cNvSpPr txBox="1"/>
          <p:nvPr/>
        </p:nvSpPr>
        <p:spPr>
          <a:xfrm>
            <a:off x="4914821" y="4837176"/>
            <a:ext cx="48250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Dracula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0341" y="3785615"/>
            <a:ext cx="1550561" cy="1005840"/>
          </a:xfrm>
          <a:prstGeom prst="rect">
            <a:avLst/>
          </a:prstGeom>
          <a:effectLst/>
        </p:spPr>
      </p:pic>
      <p:sp>
        <p:nvSpPr>
          <p:cNvPr id="23" name="TextBox 22"/>
          <p:cNvSpPr txBox="1"/>
          <p:nvPr/>
        </p:nvSpPr>
        <p:spPr>
          <a:xfrm>
            <a:off x="6764714" y="4837176"/>
            <a:ext cx="5418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Gruvbox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0543" y="3785615"/>
            <a:ext cx="1549254" cy="1005840"/>
          </a:xfrm>
          <a:prstGeom prst="rect">
            <a:avLst/>
          </a:prstGeom>
          <a:effectLst/>
        </p:spPr>
      </p:pic>
      <p:sp>
        <p:nvSpPr>
          <p:cNvPr id="25" name="TextBox 24"/>
          <p:cNvSpPr txBox="1"/>
          <p:nvPr/>
        </p:nvSpPr>
        <p:spPr>
          <a:xfrm>
            <a:off x="8714795" y="4837176"/>
            <a:ext cx="400751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Light+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0093" y="3785615"/>
            <a:ext cx="1549254" cy="1005840"/>
          </a:xfrm>
          <a:prstGeom prst="rect">
            <a:avLst/>
          </a:prstGeom>
          <a:effectLst/>
        </p:spPr>
      </p:pic>
      <p:sp>
        <p:nvSpPr>
          <p:cNvPr id="27" name="TextBox 26"/>
          <p:cNvSpPr txBox="1"/>
          <p:nvPr/>
        </p:nvSpPr>
        <p:spPr>
          <a:xfrm>
            <a:off x="10351490" y="4837176"/>
            <a:ext cx="886460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Segment LCD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64008" cy="310896"/>
          </a:xfrm>
          <a:prstGeom prst="roundRect">
            <a:avLst/>
          </a:prstGeom>
          <a:solidFill>
            <a:srgbClr val="60C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03504" y="5155557"/>
            <a:ext cx="2673809" cy="2923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00" b="1" dirty="0">
                <a:latin typeface="Helvetica Neue"/>
              </a:rPr>
              <a:t>Built-in viewers &amp; tools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021" y="5541264"/>
            <a:ext cx="1533906" cy="1005840"/>
          </a:xfrm>
          <a:prstGeom prst="rect">
            <a:avLst/>
          </a:prstGeom>
          <a:effectLst/>
        </p:spPr>
      </p:pic>
      <p:sp>
        <p:nvSpPr>
          <p:cNvPr id="31" name="TextBox 30"/>
          <p:cNvSpPr txBox="1"/>
          <p:nvPr/>
        </p:nvSpPr>
        <p:spPr>
          <a:xfrm>
            <a:off x="979392" y="6592824"/>
            <a:ext cx="835164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Image viewer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00235" y="5541264"/>
            <a:ext cx="1552577" cy="1005840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2919054" y="6592824"/>
            <a:ext cx="714939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CSV / table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1445" y="5541264"/>
            <a:ext cx="1549254" cy="100584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821045" y="6592824"/>
            <a:ext cx="67005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Markdown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8669" y="5541264"/>
            <a:ext cx="1533906" cy="1005840"/>
          </a:xfrm>
          <a:prstGeom prst="rect">
            <a:avLst/>
          </a:prstGeom>
          <a:effectLst/>
        </p:spPr>
      </p:pic>
      <p:sp>
        <p:nvSpPr>
          <p:cNvPr id="37" name="TextBox 36"/>
          <p:cNvSpPr txBox="1"/>
          <p:nvPr/>
        </p:nvSpPr>
        <p:spPr>
          <a:xfrm>
            <a:off x="6595597" y="6592824"/>
            <a:ext cx="88004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Batch rename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49226" y="5541264"/>
            <a:ext cx="1531890" cy="1005840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8431865" y="6592824"/>
            <a:ext cx="966611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Content search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27767" y="5541264"/>
            <a:ext cx="1533906" cy="1005840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10407595" y="6592824"/>
            <a:ext cx="774251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>
                <a:latin typeface="Helvetica Neue"/>
              </a:rPr>
              <a:t>Dir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 Neue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Tomonori Shimomura</cp:lastModifiedBy>
  <cp:revision>2</cp:revision>
  <dcterms:created xsi:type="dcterms:W3CDTF">2013-01-27T09:14:16Z</dcterms:created>
  <dcterms:modified xsi:type="dcterms:W3CDTF">2026-07-20T02:28:22Z</dcterms:modified>
  <cp:category/>
</cp:coreProperties>
</file>